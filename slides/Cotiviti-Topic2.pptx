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$27k</c:v>
                  </c:pt>
                  <c:pt idx="1">
                    <c:v>$28k</c:v>
                  </c:pt>
                  <c:pt idx="2">
                    <c:v>$30k</c:v>
                  </c:pt>
                  <c:pt idx="3">
                    <c:v>$31k</c:v>
                  </c:pt>
                  <c:pt idx="4">
                    <c:v>$32k</c:v>
                  </c:pt>
                  <c:pt idx="5">
                    <c:v>$34k</c:v>
                  </c:pt>
                  <c:pt idx="6">
                    <c:v>$35k</c:v>
                  </c:pt>
                  <c:pt idx="7">
                    <c:v>$37k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  <c:pt idx="5">
                  <c:v>4</c:v>
                </c:pt>
                <c:pt idx="6">
                  <c:v>0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thesis: agentic AI for payment integrity, and my whole argument is that the auditable agent is the one that wins. Keep this to about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95.5 billion. The reframe is the important part: most of that isn't fraud, it's coding and documentation error. That's the structured, rule-bound work an agent can actually review, and it sets up everything after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methods on the left are familiar and none of them are unique to healthcare. What's new is the layer on the right: goal, tools, loop, with chain-of-thought and ReAct underneath. Land the point that we're working in Payment, under TPO.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shifts happening at once: models becoming agents, RAG becoming the way you keep them grounded, and governance becoming an actual operations problem. Punchline at the bottom: for a payer this isn't red tape, it's what makes shipping one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top to bottom: UI, then the agent loop on Groq with native tool-calling and no framework, then the three tools, then the strict JSON verdict. Call out that lookup_policy is the RAG stand-in. The screenshot is there to prove it actually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routing story in three columns. CL-001 is clean and auto-clears. CL-010 approves but its confidence is under the cutoff, so the threshold alone sends it to a human. That middle one is the slide I'd slow down on. CL-007 passes every hard rule but the independent anomaly fires, so it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design choices are visible on screen, not just claimed: the audit trail falls out of the tool calls, confidence drives routing (that's the Tian fix), and the anomaly check is a second signal that doesn't depend on the model. The histogram puts CL-007 at almost 6 sigma. And I'm honest that lookup_policy stands in for RAG, I don't fake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openings: automation across the structured bulk of review, classical methods that catch patterns the agent can't, and the fact that this lines up with Cotiviti's own published stance that AI is a tool paired with human expertise.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risks: hallucination, overconfidence, bias, auditability. Don't skip the bottom line, because chain-of-thought actually cut hallucinations in testing. If you can see the reasoning you can check it. The risks are what motivate the design, they don't sink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recommendation: build it human-in-the-loop with a full audit trail, and sell that audit trail as the edge, not the cost. Run the six points quickly. Close on the line about a decision being only as good as the case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references in APA. Reminder that all the POC data is synthetic and there's no PHI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E7C7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560320" cy="256032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·  TOPIC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for Payment Integrity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Auditable Agent Wins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41248" y="4160520"/>
            <a:ext cx="20116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decision-making and pattern recognition: agentic generative AI for Treatment, Payment, and Operations.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</a:t>
            </a:r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Indiana University Bloomington   · 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 hiding in improper payments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659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$95.5B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improper payments across Medicare &amp; Medicaid, FY2025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493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CMS,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9659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$28.83B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26280" y="2788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Medicare fee-for-service alone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3493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CMS,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3F3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965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of it isn't fraud.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6760" y="2468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coding and documentation error: structured, rule-bound work that an agent can actually review at volume.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928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Cotiviti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681728"/>
            <a:ext cx="1074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is pattern recognition at national scale. A first pass that is faster, steadier, and able to explain itself turns a multi-billion-dollar error rate into something a team can actually work through. The open question was never whether AI can read a claim. It's whether it can be trusted to.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  ·  Cotiviti Intern Assessment, Topic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methods, plus a new reasoning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familiar toolkit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249424"/>
            <a:ext cx="365760" cy="365760"/>
          </a:xfrm>
          <a:prstGeom prst="ellipse">
            <a:avLst/>
          </a:prstGeom>
          <a:solidFill>
            <a:srgbClr val="EAF3F3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2359152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1214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2432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 claim into a fixed category: clean or improper.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3200400"/>
            <a:ext cx="365760" cy="365760"/>
          </a:xfrm>
          <a:prstGeom prst="ellipse">
            <a:avLst/>
          </a:prstGeom>
          <a:solidFill>
            <a:srgbClr val="EA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3310128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0723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an unknown value, like what a claim should cost.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4151376"/>
            <a:ext cx="365760" cy="365760"/>
          </a:xfrm>
          <a:prstGeom prst="ellipse">
            <a:avLst/>
          </a:prstGeom>
          <a:solidFill>
            <a:srgbClr val="EAF3F3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4261104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023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34440" y="4334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providers who bill alike, flag the ones who don't.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64608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5102352"/>
            <a:ext cx="365760" cy="365760"/>
          </a:xfrm>
          <a:prstGeom prst="ellipse">
            <a:avLst/>
          </a:prstGeom>
          <a:solidFill>
            <a:srgbClr val="EAF3F3"/>
          </a:solidFill>
          <a:ln/>
        </p:spPr>
      </p:sp>
      <p:sp>
        <p:nvSpPr>
          <p:cNvPr id="23" name="Shape 21"/>
          <p:cNvSpPr/>
          <p:nvPr/>
        </p:nvSpPr>
        <p:spPr>
          <a:xfrm>
            <a:off x="768096" y="521208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4974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34440" y="5285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values over time, catch a sudden billing spike.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LAYER:  AGENTIC GENERATIVE AI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21031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EAF3F3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722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review the claim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32320" y="2560320"/>
            <a:ext cx="0" cy="292608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55080" y="292608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2926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09560" y="3255264"/>
            <a:ext cx="310896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229600" y="292608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0B5E5D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75320" y="2926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 call a tool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104120" y="3255264"/>
            <a:ext cx="292608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405872" y="29260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451592" y="292608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1064240" y="3584448"/>
            <a:ext cx="0" cy="384048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0" y="3968496"/>
            <a:ext cx="393192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0" y="3968496"/>
            <a:ext cx="0" cy="-384048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498080" y="3986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confident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4526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 one loop: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act, observe, repeat, then return a verdict. Chain-of-thought keeps every step explicit and auditable </a:t>
            </a:r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 2022; Yao 2023).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sits:  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Treatment, Payment, and Operations, Payment is where these methods pay off most clearly and most measurably.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  ·  Cotiviti Intern Assessment, Topic 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shifts converging on payment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671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answers to agents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36118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moved from one-shot generative models to agents that take multi-step action under human oversight. Payers are among the first to put it to work, on claims and prior authorization.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79392" y="17830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0574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1671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keeps models honest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pulls the real policy text before the model answers, so the output is grounded in source. It's become the default way to cut hallucination in healthcare LLMs.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5029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Amugongo et al., 2025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17830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20574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1671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94192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goes operational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94192" y="36118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and auditability are turning into design requirements (NIST AI RMF). Newer work tackles “agent sprawl” with identity, kill-switches, and audit logging.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94192" y="5029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2023 · Prakash et al.,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5E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payer, none of this is red tape. It's the part that makes an agent safe enough to actually ship.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  ·  Cotiviti Intern Assessment, Topic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Claim-Review Assistant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takes one synthetic claim, works through the coding and payment rules with three tools, and returns a structured verdict: APPROVE or FLAG, plus a rationale, a confidence score, and a recommendation for the human reviewer.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0545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UI:  pick a synthetic claim, then hit Review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23360" y="29443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C7B"/>
                </a:solidFill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2841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loop:  Groq  llama-3.3-70b,  native tool-calling, no framework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tool, reads the result, keeps reasoning until it lands on a verdict.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4041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C7B"/>
                </a:solidFill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4443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E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lookup_policy()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736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coding/payment rules for the CPT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0657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stand-in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4660" y="43434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31820" y="4443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E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check_eligibility()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31820" y="4736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member active &amp; covered?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43434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4443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E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amount_anomaly()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4736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vs. billing history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50657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signal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0" y="53218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C7B"/>
                </a:solidFill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532120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0B5E5D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566013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verdict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31520" y="5989320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decision, reasons[], confidence, recommended_action }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83880" y="2377440"/>
            <a:ext cx="3566160" cy="3813048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pic>
        <p:nvPicPr>
          <p:cNvPr id="29" name="Image 0" descr="assets/cotiviti-ui-01-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5320" y="2487168"/>
            <a:ext cx="3383280" cy="17373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366760" y="4297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app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366760" y="45902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Streamlit. 100% synthetic data, no PHI. lookup_policy plays the part of a production RAG retrieval step.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366760" y="5715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first principles, no LangChain or LlamaIndex.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  ·  Cotiviti Intern Assessment, Topic 2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IN 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three routing outcomes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659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CL-001  ·  CLEAN OFFICE VISIT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249424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passes and the amount is unremarkable.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" y="2852928"/>
            <a:ext cx="3099816" cy="566928"/>
          </a:xfrm>
          <a:prstGeom prst="roundRect">
            <a:avLst>
              <a:gd name="adj" fmla="val 9677"/>
            </a:avLst>
          </a:prstGeom>
          <a:solidFill>
            <a:srgbClr val="15734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85292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APPROVE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358444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3950208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157347">
              <a:alpha val="1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9502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7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4553712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sits at or above the 85% cutoff, so it clears with no human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482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30852" y="19659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CL-010  ·  ELEVATED AMOUNT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30852" y="2249424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every hard rule, but the billed amount is unusual (z ≈ 2.0, just under the 3σ cutoff).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30852" y="2852928"/>
            <a:ext cx="3099816" cy="566928"/>
          </a:xfrm>
          <a:prstGeom prst="roundRect">
            <a:avLst>
              <a:gd name="adj" fmla="val 9677"/>
            </a:avLst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4530852" y="285292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APPROVE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30852" y="358444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30852" y="3950208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B7791F">
              <a:alpha val="1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30852" y="39502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HUMAN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30852" y="4553712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but confidence lands below the cutoff, so the threshold alone sends it to a reviewer.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244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48472" y="19659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CL-007  ·  AMOUNT OUTLIER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48472" y="2249424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every hard rule, but the independent anomaly check fires anyway.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48472" y="2852928"/>
            <a:ext cx="3099816" cy="566928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8348472" y="285292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⚑  FLAG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48472" y="358444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48472" y="3950208"/>
            <a:ext cx="3099816" cy="457200"/>
          </a:xfrm>
          <a:prstGeom prst="roundRect">
            <a:avLst>
              <a:gd name="adj" fmla="val 12000"/>
            </a:avLst>
          </a:prstGeom>
          <a:solidFill>
            <a:srgbClr val="C0392B">
              <a:alpha val="1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348472" y="39502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HUMAN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48472" y="4553712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anomaly z = 5.82 for CPT 27447. A flag always routes to a human, whatever the confidence.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  ·  Cotiviti Intern Assessment, Topic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= ARGUMENT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design choices, made visible on screen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939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by construction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1520" y="3310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and its result is a recorded step. That chain of reasoning is the audit trail, the same record a regulator or an appealing provider would ask for.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17830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01168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0939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as a routing threshold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53712" y="3310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for LLM overconfidence (Tian et al., 2025): calibrate confidence and route on it. Only high-confidence approvals auto-clear; everything else goes to a person.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01168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0939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75904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75904" y="3310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amount_anomaly is an independent z-score check that runs next to the LLM. The verdict never rests on the model by itself, because a second, classical signal stands behind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7040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7731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③ in numbers:  CL-007, CPT 27447 (n=24)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40080" y="5074920"/>
          <a:ext cx="429768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074920" y="513892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claim:  $48,000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mean $31,918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5.82  (5.8σ outlier)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even though the hard $ cap passed.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680960" y="466344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909560" y="47914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honesty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909560" y="513892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skips real RAG to stay simple. lookup_policy plays the part of a production retrieval step: same agent loop, simpler backend. The demo is upfront about that and never fakes retrieval it isn't doing.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  ·  Cotiviti Intern Assessment, Topic 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faster, more consistent, explainable first pass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EAF3F3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2176272"/>
            <a:ext cx="173736" cy="1737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at scale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policy, check eligibility, reason through whether the diagnosis justifies the procedure, return a decision with a rationale and a confidence score. The structured bulk of review.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17830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057400"/>
            <a:ext cx="411480" cy="411480"/>
          </a:xfrm>
          <a:prstGeom prst="ellipse">
            <a:avLst/>
          </a:prstGeom>
          <a:solidFill>
            <a:srgbClr val="EA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672584" y="2176272"/>
            <a:ext cx="173736" cy="1737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methods complement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53712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and anomaly detection catch providers whose billing breaks from their peers, no labeled data needed. Often the only way a new abuse pattern surfaces (De Meulemeester et al., 2025).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057400"/>
            <a:ext cx="411480" cy="411480"/>
          </a:xfrm>
          <a:prstGeom prst="ellipse">
            <a:avLst/>
          </a:prstGeom>
          <a:solidFill>
            <a:srgbClr val="EA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8494776" y="2176272"/>
            <a:ext cx="173736" cy="1737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with Cotiviti's stance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5904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already frames AI as a tool, not a solution: valuable when paired with human expertise and past results to learn from (Arnold &amp; Periyanan, 2025).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507492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was never about replacing reviewers. It hands them a first pass that's quicker, steadier, and already explained.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  ·  Cotiviti Intern Assessment, Topic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risk has a control built into the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6364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5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SAFEGUARD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49377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212848"/>
            <a:ext cx="310896" cy="310896"/>
          </a:xfrm>
          <a:prstGeom prst="ellipse">
            <a:avLst/>
          </a:prstGeom>
          <a:solidFill>
            <a:srgbClr val="F7E4E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30428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084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4323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 of clinicians have hit one (Kim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04688" y="2382012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1938528"/>
            <a:ext cx="5486400" cy="886968"/>
          </a:xfrm>
          <a:prstGeom prst="roundRect">
            <a:avLst>
              <a:gd name="adj" fmla="val 8247"/>
            </a:avLst>
          </a:prstGeom>
          <a:solidFill>
            <a:srgbClr val="EAF3F3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0848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2048256"/>
            <a:ext cx="4709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Tool-grounded retrieval plus visible chain-of-thought; the explicit steps catch errors.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49377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209544"/>
            <a:ext cx="310896" cy="310896"/>
          </a:xfrm>
          <a:prstGeom prst="ellipse">
            <a:avLst/>
          </a:prstGeom>
          <a:solidFill>
            <a:srgbClr val="F7E4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330098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0815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Overconfidence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429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runs hot (Tian 2025)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04688" y="3378708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2935224"/>
            <a:ext cx="5486400" cy="886968"/>
          </a:xfrm>
          <a:prstGeom prst="roundRect">
            <a:avLst>
              <a:gd name="adj" fmla="val 8247"/>
            </a:avLst>
          </a:prstGeom>
          <a:solidFill>
            <a:srgbClr val="EAF3F3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308152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044952"/>
            <a:ext cx="4709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calibrated and used as a routing gate, never trusted at face value.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49377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206240"/>
            <a:ext cx="310896" cy="310896"/>
          </a:xfrm>
          <a:prstGeom prst="ellipse">
            <a:avLst/>
          </a:prstGeom>
          <a:solidFill>
            <a:srgbClr val="F7E4E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42976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4078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44256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relearn yesterday's mistakes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04688" y="4375404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3931920"/>
            <a:ext cx="5486400" cy="886968"/>
          </a:xfrm>
          <a:prstGeom prst="roundRect">
            <a:avLst>
              <a:gd name="adj" fmla="val 8247"/>
            </a:avLst>
          </a:prstGeom>
          <a:solidFill>
            <a:srgbClr val="EAF3F3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46520" y="407822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4041648"/>
            <a:ext cx="4709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signs off on every non-cleared claim, with the full trail to inspect.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4928616"/>
            <a:ext cx="49377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" y="5202936"/>
            <a:ext cx="310896" cy="310896"/>
          </a:xfrm>
          <a:prstGeom prst="ellipse">
            <a:avLst/>
          </a:prstGeom>
          <a:solidFill>
            <a:srgbClr val="F7E4E1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" y="5294376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5074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54223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must be justified to regulators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04688" y="537210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263640" y="4928616"/>
            <a:ext cx="5486400" cy="886968"/>
          </a:xfrm>
          <a:prstGeom prst="roundRect">
            <a:avLst>
              <a:gd name="adj" fmla="val 8247"/>
            </a:avLst>
          </a:prstGeom>
          <a:solidFill>
            <a:srgbClr val="EAF3F3"/>
          </a:solidFill>
          <a:ln/>
          <a:effectLst>
            <a:outerShdw sx="100000" sy="100000" kx="0" ky="0" algn="bl" rotWithShape="0" blurRad="88900" dist="38100" dir="5400000">
              <a:srgbClr val="9AA7B4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46520" y="5074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3720" y="5038344"/>
            <a:ext cx="4709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is the record; every decision traces back to the policy it used.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Abdel-Basit Jimoh  ·  Cotiviti Intern Assessment, Topic 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auditable agent the differentiator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agentic claim review as a human-in-the-loop system with a full audit trail, and treat that audit trail as the competitive edge rather than a compliance checkbox.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— each layer is an independent check, with a person at the end: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43630" y="254203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2C4A6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3630" y="25420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 over the claim, grounded in policy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77870" y="3081528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2C4A6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7870" y="308152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every step recorded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110" y="3621024"/>
            <a:ext cx="6766560" cy="475488"/>
          </a:xfrm>
          <a:prstGeom prst="roundRect">
            <a:avLst>
              <a:gd name="adj" fmla="val 9615"/>
            </a:avLst>
          </a:prstGeom>
          <a:solidFill>
            <a:srgbClr val="2C4A6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2110" y="362102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 · low-confidence routes to people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46350" y="4160520"/>
            <a:ext cx="7498080" cy="475488"/>
          </a:xfrm>
          <a:prstGeom prst="roundRect">
            <a:avLst>
              <a:gd name="adj" fmla="val 9615"/>
            </a:avLst>
          </a:prstGeom>
          <a:solidFill>
            <a:srgbClr val="2C4A6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6350" y="41605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anomaly check · a second signal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980590" y="470001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2C4A6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0590" y="47000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identity, kill switch, logging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95390" y="5221224"/>
            <a:ext cx="0" cy="18288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43630" y="5413248"/>
            <a:ext cx="5303520" cy="493776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3443630" y="541324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 makes the final call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claim decision is only as good as the case behind it. Build the agent that shows its work, and the audit trail becomes the pitch.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14630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Amugongo, L. M., et al. (2025). Retrieval augmented generation for LLMs in healthcare: A systematic review. PLOS Digital Health, 4(6).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6517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Arnold, B., &amp; Periyanan, A. (2025). The evolving role of AI in payment integrity [White paper]. AHIP / Cotiviti.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5204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for Medicare &amp; Medicaid Services. (2026). Fiscal year 2025 improper payments fact sheet.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389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Meulemeester, H., et al. (2025). Explainable unsupervised anomaly detection for healthcare insurance data. BMC Med. Informatics &amp; Decision Making, 25(1).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525780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5257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Y., et al. (2025). Medical hallucinations in foundation models and their impact on healthcare. arXiv:2503.05777.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1783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and Technology. (2023). AI Risk Management Framework (AI RMF 1.0), NIST AI 100-1.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265176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9672" y="26517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Prakash, C., Lind, M., &amp; Sisodia, A. (2026). Agentic AI governance and lifecycle management in healthcare. arXiv:2601.15630.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352044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9672" y="35204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Tian, Z., et al. (2025). Overconfidence in LLM-as-a-judge: Diagnosis and confidence-driven solution. arXiv:2508.06225.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438912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9672" y="4389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Wei, J., et al. (2022). Chain-of-thought prompting elicits reasoning in large language models. NeurIPS, 35.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525780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19672" y="5257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Yao, S., et al. (2023). ReAct: Synergizing reasoning and acting in language models. ICLR.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POC data is 100% synthetic. No PHI. Repository shared per the assessment instructions.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Payment Integrity</dc:title>
  <dc:subject>PptxGenJS Presentation</dc:subject>
  <dc:creator>Abdel-Basit Jimoh</dc:creator>
  <cp:lastModifiedBy>Abdel-Basit Jimoh</cp:lastModifiedBy>
  <cp:revision>1</cp:revision>
  <dcterms:created xsi:type="dcterms:W3CDTF">2026-06-29T05:25:55Z</dcterms:created>
  <dcterms:modified xsi:type="dcterms:W3CDTF">2026-06-29T05:25:55Z</dcterms:modified>
</cp:coreProperties>
</file>